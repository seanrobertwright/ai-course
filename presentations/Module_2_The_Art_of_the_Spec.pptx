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back! Today we transition from quick wins to structured software design. You are the Product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attendees that domain expertise (knowing what users actually need) is now more valuable than memorizing code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take a screenshot of C.A.R.E. This is their blueprint for all future agent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 against the 'Idea Avalanche'—trying to build 20 features in prompt #1 is the top reason beginners get buggy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practice giving precise feedback: 'When I clicked X, Y happened; please make Z happen instead.'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MODULE 2 • LIVE WORKSHOP SESSION</a:t>
            </a:r>
          </a:p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The Art of the Spec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Directing AI Agents Like a Senior Product Manager</a:t>
            </a:r>
          </a:p>
          <a:p>
            <a:pPr>
              <a:defRPr sz="1300">
                <a:solidFill>
                  <a:srgbClr val="34D399"/>
                </a:solidFill>
              </a:defRPr>
            </a:pPr>
            <a:r>
              <a:t>Zero Coding Experience Required  |  Powered by Replit &amp;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PRODUCT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You Are the General Contractor, Not the Bricklayer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The Bricklayer Mindset (Old Way)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Obsessed with syntax, semicolons, brackets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Memorizing obscure programming rules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Easily stuck by typos and library conflicts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High technical barrier, slow creation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4D399"/>
                </a:solidFill>
              </a:defRPr>
            </a:pPr>
            <a:r>
              <a:t>The Product Manager Mindset (AI Way)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Focuses on user journeys and problem solving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Defines clear requirements and acceptance criteria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Leverages domain expertise (business, design, healthcare)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Iterates rapidly with autonomous engineering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PROMPT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C.A.R.E. Framework for Agent Specifications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C — Context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Who is this for? What is the scenario?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"A daily habit tracker for busy remote workers."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4D399"/>
                </a:solidFill>
              </a:defRPr>
            </a:pPr>
            <a:r>
              <a:t>A — Action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What is the primary user flow &amp; main action?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"Users type a new habit and tap to mark it done."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BBF24"/>
                </a:solidFill>
              </a:defRPr>
            </a:pPr>
            <a:r>
              <a:t>R — Rules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What constraints must (or must NOT) happen?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"Show a streak flame counter; reset count if missed."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77640"/>
            <a:ext cx="5120640" cy="2057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4160520"/>
            <a:ext cx="4572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A78BFA"/>
                </a:solidFill>
              </a:defRPr>
            </a:pPr>
            <a:r>
              <a:t>E — Experience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</a:defRPr>
            </a:pPr>
            <a:r>
              <a:t>Visual tone, color scheme, feel?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Example: "Sleek dark mode with emerald green accents."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ITERATION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Iterative Layering: Building in Sprints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Sprint 1: Core Engine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Focus strictly on the MVP (Minimum Viable Product)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Does the basic input and button click work?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Verify in preview before adding fluff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4D399"/>
                </a:solidFill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Sprint 2: Visual Polish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Upgrade styling, typography, and layout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Add animations, empty states, and feedback toasts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Ensure responsive mobile display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920240"/>
            <a:ext cx="2871216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BBF24"/>
                </a:solidFill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Sprint 3: Power Features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Add data export, audio chimes, or stats charts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• Layer complexity only on top of stable foundations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Build a Smart Daily Habit Tracker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YOUR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Draft a structured C.A.R.E. prompt to build a Habit Tracker or Link Hub, then run two iterative follow-up sprints.</a:t>
            </a:r>
          </a:p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PICK ONE STARTER PROJECT: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Project 1: Smart Daily Habit Tracker (Streak fire emoji, weekly progress bar)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Project 2: Personal Micro-Portfolio / Link Hub (Bio, social links, contact modal)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Project 3: Interactive Recipe Meal Planner (Add meals, generate grocery list)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25-MIN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Prompt MVP with C.A.R.E.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Sprint 1: Test basic check-off logic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Sprint 2: Ask agent for theme/polish upgrade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Sprint 3: Add sound chime or stats summary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checkpoint rollback feature once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