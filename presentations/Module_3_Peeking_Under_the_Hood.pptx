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look at project files. Reassure students: opening code files will not break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restaurant dining room and kitchen metaphor. The customer orders in the dining room, but cooking happens in the kitchen.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code files are just organized text documents. Don't fear the file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how fast it is to edit a single headline directly in the code editor versus asking the agent to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break their fear of touching code files. Ctrl+Z (Undo) is always there if they make a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3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Peeking Under the Hood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Software Architecture &amp; Code Reading Without Jargon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Two Halves of Every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Frontend (The Dining Room)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Everything the user sees and touches in their browser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HTML: The structural skeleton (headings, buttons)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CSS / Tailwind: The paint, colors, fonts, margins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React / JS: The interactive animations and clicks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Backend (The Kitchen)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engine running behind closed doors on the server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Handles heavy processing, business logic, computations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Communicates securely with databases and external services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Keeps secret keys hidden from public eyes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FILE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De-Coding the Replit File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App.tsx / index.html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main visual layout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Where titles, buttons, and form inputs live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Easy to spot English words inside quotes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style.css / Tailwind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Controls colors, spacing, and styling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Look for color names like 'bg-blue-600'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Easy to change theme colors by 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server.py / index.ts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backend server engine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Listens for user requests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Dispatches responses and saves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Hybrid Workflow: When to Direct vs. When to Edit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Direct the AI Agent For: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Building complex interactive logic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Writing database schemas and server routes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Connecting third-party integrations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Diagnosing and refactoring buggy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Make Direct Micro-Edits For: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Fixing typos in headlines and descriptions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Swapping an image URL or company logo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Tweaking hex colors or button labels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Saves 30 seconds of waiting for an agent re-run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Safely Customizing Your App's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your Part 2 project in the Replit Code Editor view, locate copy and styling, and make safe direct manual edits.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1: Change main headline &amp; subtitle directly in code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2: Swap a color class (e.g. from blue to emerald or violet)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3: Replace an icon or image link with your own URL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4: Use the Agent to add a new interactive modal or banner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Switch to Code View in Replit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Find human-readable text strings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Edit headline and save file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Watch preview update instantly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Ask agent for one new 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