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give our apps permanent memory. No more amnesia when refreshing the browser!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pain point: refresh a form and watch everything vanish. Then show the superpower of a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Relate databases to Google Sheets or Excel. It removes 100% of the mathematical intimidation of database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user auth using the hotel keycard metaphor. Replit Agent sets up the security cryptography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do the definitive test: close the browser tab completely, reopen it, and celebrate when their data is still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MODULE 5 • LIVE WORKSHOP SESSION</a:t>
            </a:r>
          </a:p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</a:defRPr>
            </a:pPr>
            <a:r>
              <a:t>Databases &amp; Memory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Building Applications That Remember Everything</a:t>
            </a:r>
          </a:p>
          <a:p>
            <a:pPr>
              <a:defRPr sz="1300">
                <a:solidFill>
                  <a:srgbClr val="34D399"/>
                </a:solidFill>
              </a:defRPr>
            </a:pPr>
            <a:r>
              <a:t>Zero Coding Experience Required  |  Powered by Replit &amp; AI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5 • CORE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Refresh Test: The Problem with 'Amnesia Apps'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Stateless Apps (Temporary Memory)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Data lives only in browser temporary memory (RAM)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Refresh the tab or close the browser ➔ data is lost!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Open on your phone ➔ completely blank screen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Great for quick calculators, bad for real businesses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Stateful Apps (Persistent Memory)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Data is safely stored in a cloud database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Refresh 100 times ➔ all records remain intact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Multiple users can view and contribute simultaneously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The foundation of real software (Instagram, Airbnb)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5 •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is a Database? (A Supercharged Spreadsheet)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Tables = Tabs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Each category gets a sheet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Examples: 'Users', 'Pitches', 'Comments'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Neat, isolated data buckets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Columns = Categories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The headers at the top of the sheet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Name, Score, Feedback, Created_At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Defines what data is tracked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BBF24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Rows &amp; IDs = Records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Each user submission adds one row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Every row gets a unique ID number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Allows instant sorting, searching &amp; upvoting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5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User Accounts: The Hotel Keycard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Registration &amp; Passwords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User creates an account with email and password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Database securely scrambles (hashes) password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Creates unique record: User #402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Sessions &amp; Permissions (The Keycard)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App issues a secure digital session token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Like a hotel room keycard tapping into Room 402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App automatically filters: 'Show only User #402's notes'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5 • 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Lab: Adding History &amp; Upvotes to Your AI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YOUR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Instruct Replit Agent to attach a persistent database to save every generated item and render a public community feed.</a:t>
            </a:r>
          </a:p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PICK ONE STARTER PROJECT: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Feature 1: Persist every AI review into database tables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Feature 2: Add a 'Community Feed' or 'History Gallery' below the form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Feature 3: Add an interactive Upvote / Heart counter to each saved card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Feature 4: Allow sorting by 'Most Upvoted' vs. 'Most Recent'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25-MIN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Prompt agent to add database tables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Submit test data into your form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Confirm data appears in history feed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Perform the 'Refresh Test' to verify!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Upvote another classmate's entry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