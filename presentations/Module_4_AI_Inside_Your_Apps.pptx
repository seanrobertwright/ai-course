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give our apps their own brain! And the best part: zero API keys or external billing required—we use Replit's built-in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an API is simply a digital messenger. You don't need to understand the supercomputer, just how to send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students clearly understand the difference between the AI that builds the app vs. the AI that runs inside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convenience of Replit's native AI: students can jump straight into building without billing hurdles.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students experiment with different system personas (e.g. 'Act like a Shakespearean poet' or 'Act like an aggressive venture capitalist').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4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AI Inside Your Apps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Powering Apps with Built-In AI &amp; Understanding APIs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an API? (The Restaurant Waiter Metaphor)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Customer (Your Web App)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user types text and requests an analysis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App cannot afford supercomputers on user's phone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Needs to send the request to a giant AI data center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Sitting at a table looking at the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API Waiter (The Messenger)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API = Application Programming Interface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Takes the user prompt from your app over the internet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Delivers prompt to the AI model data center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Carries freshly generated insights back to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Different AIs in This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Construction AI (Replit Agent)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builder and software contractor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Writes your code, sets up your files, fixes bugs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Used during the creation and development phase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Talks to YOU, the creator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Internal AI (Replit Built-In AI)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brain installed inside your completed product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Processes user inputs and generates live content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Operates whenever end-users use the live application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Talks to YOUR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REPLIT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 Friction: Replit's Native 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No External Billing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separate OpenAI or Anthropic accounts needed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credit cards required for workshop participants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100% of payment/setup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Built-In AI Models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Replit provides integrated access to powerful LLMs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wires up the backend connection automatically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Environment handles security behind the scenes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Prompts Inside Prompts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You tell the agent: 'Hook up AI to critique pitches'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You define the internal system persona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Instant intelligent responses in your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'The Pitch Doctor' AI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Direct Replit Agent to build an interactive AI tool using Replit's built-in intelligence to critique and improve user inputs.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A: The Pitch Doctor (Pastes startup pitch, selects tone: Brutal VC or Gentle Coach, gets 1-10 rating &amp; advice)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B: Cold Email Polish Assistant (Pastes draft, selects goal, gets 3 high-converting rewrites)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C: Jargon Buster (Pastes complex legal/medical jargon, explains it with 5th-grade analogies)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Replit Agent for AI app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Define persona in prompt spec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live generation with sample text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formatted response card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Share your favorite AI output in chat!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