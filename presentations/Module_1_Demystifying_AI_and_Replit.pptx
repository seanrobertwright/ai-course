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everyone! Reassure attendees that zero technical background is needed. Today they step into the role of software architect. Start with live chat icebreaker: 'What is #1 tool you wish existed?'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carpenter metaphor. Emphasize that Replit Agent is not just generating text snippets; it is an active developer running a cloud computer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80% of people give up learning code because of local terminal installation errors on Day 1. Replit eliminates that hurdle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AI cannot read minds. The more causal and visual detail you provide, the closer the first draft will match your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a 25-minute timer. Put low ambient music on. Remind students: if the agent makes a mistake, tell it: 'When I clicked X, Y happened; please fix.' Facilitators watch the chat for stuck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1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The New Era of Creation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Demystifying AI Agents &amp; Building Your First App in 20 Minutes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Great Shift: Chatbot vs. Autonomous AI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Chatbot (The Advisor)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Standard ChatGPT, Claude chat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Answers questions, generates text, gives advice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Cannot touch your computer files or install tools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An architect giving you a book on carpentry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AI Agent (The Builder)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Replit Agent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Has independent tools and execution power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Creates files, installs libraries, runs live code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Reads its own error messages and auto-fixes bugs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Metaphor: The carpenter who actually builds the chair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Replit? Zero Local Setup, Maximum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100% In Browser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No downloading VS Code, Git, or Python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Works on PC, Mac, Chromebook, or iPad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Eliminates 80% of beginner setup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Instant Live Preview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See your app run side-by-side as it is built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Real-time visual feedback loop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Test buttons and forms immediately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Global Cloud Hosting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One-click public web URL generated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Open the link on your phone in minutes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Share live prototypes with colleagues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Golden Rule: Specificity Equals Success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❌ Weak Prompt (Vague)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"Make me a cool website for lunch."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The agent has to guess user intent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Results in generic, unpredictable layout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Leaves out colors, actions, and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✅ Architect Prompt (Clear Spec)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"Build a modern web app called 'Lunch Roulette'."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"Let users add restaurant names into a list."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"Click a big 'Spin' button to randomly pick one."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"Play an animation and celebrate with confetti."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"Clean, mobile-friendly design with dark mode."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&amp; Launch Your First Web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Open replit.com, click 'Create with Agent', and describe your starter app using clear plain English.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A: Tip &amp; Bill Splitter (Enter total, select tip %, split by # of diners)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B: Lunch Roulette / Decision Spinner (Add items, spin wheel, celebratory confetti)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Option C: Daily Motivation Affirmation Generator (Pick mood, get tailored quote)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Write your starter prompt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Watch the agent build the files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the interactive buttons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Scan/open the URL on your phone!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Drop your live link in group 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