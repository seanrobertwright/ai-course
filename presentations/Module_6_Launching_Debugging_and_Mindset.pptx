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finale! Today we conquer error debugging, launch to the global web with custom domains, and celebrate graduations.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Normalize bugs: Senior staff engineers Google error messages every hour. In Replit, errors give the agent exact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difference between working in the kitchen vs. opening the doors to the public restaurant.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 an inspiring closing speech. Reiterate that the barrier to building software has dropped to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student show-and-tell. Celebrate every single app built. Encourage students to keep building on Replit.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371600"/>
            <a:ext cx="996696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737360"/>
            <a:ext cx="9235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38BDF8"/>
                </a:solidFill>
              </a:defRPr>
            </a:pPr>
            <a:r>
              <a:t>MODULE 6 • LIVE WORKSHOP SESSION</a:t>
            </a:r>
          </a:p>
          <a:p>
            <a:pPr>
              <a:spcAft>
                <a:spcPts val="1400"/>
              </a:spcAft>
              <a:defRPr sz="3800" b="1">
                <a:solidFill>
                  <a:srgbClr val="FFFFFF"/>
                </a:solidFill>
              </a:defRPr>
            </a:pPr>
            <a:r>
              <a:t>Launching &amp; The AI Architect Mindset</a:t>
            </a:r>
          </a:p>
          <a:p>
            <a:pPr>
              <a:spcAft>
                <a:spcPts val="2000"/>
              </a:spcAft>
              <a:defRPr sz="1800">
                <a:solidFill>
                  <a:srgbClr val="94A3B8"/>
                </a:solidFill>
              </a:defRPr>
            </a:pPr>
            <a:r>
              <a:t>Debugging, One-Click Deployment &amp; Your Future as a Builder</a:t>
            </a:r>
          </a:p>
          <a:p>
            <a:pPr>
              <a:defRPr sz="1300">
                <a:solidFill>
                  <a:srgbClr val="34D399"/>
                </a:solidFill>
              </a:defRPr>
            </a:pPr>
            <a:r>
              <a:t>Zero Coding Experience Required  |  Powered by Replit &amp; AI 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6 • PROBLEM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3-Step Agent Debugging Triage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01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1. Copy the Error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Red console text is NOT a failure; it is a clue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Copy the exact error message from the preview/terminal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Errors tell agents exact files and line numbers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4D399"/>
                </a:solidFill>
              </a:defRPr>
            </a:pPr>
            <a:r>
              <a:t>02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2. Feed to Agent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Paste error calmly into Replit Agent chat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State what you were trying to do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Watch the agent diagnose and auto-repair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BBF24"/>
                </a:solidFill>
              </a:defRPr>
            </a:pPr>
            <a:r>
              <a:t>03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3. Visual Debugging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For layout or visual glitches, take a screenshot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Upload screenshot directly into Agent chat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Say: 'Fix the card alignment shown here'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6 •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Development Workspace vs. Global Production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Development Workspace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Your private workshop and digital workbench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Changes appear live in real time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Goes to sleep when you close your laptop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Designed for testing, experimenting, and tweaking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4D399"/>
                </a:solidFill>
              </a:defRPr>
            </a:pPr>
            <a:r>
              <a:t>Production Cloud Deployment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Packaged on high-speed global cloud servers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Runs 24/7/365 with 99.9% uptime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Handles thousands of simultaneous visitors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Connect your own custom domain (e.g. mycoolapp.com)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6 • THE MINDSET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Transformation: You Are an AI Software Architect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The Old World (Observer)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Limited by whatever off-the-shelf software existed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Dependent on engineering backlogs and quotes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Intimidated by programming jargon and syntax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Ideas remained trapped in notebooks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4D399"/>
                </a:solidFill>
              </a:defRPr>
            </a:pPr>
            <a:r>
              <a:t>The New World (Architect)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You translate business problems into software specs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Direct autonomous AI agents to build MVPs in hours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Test real products with real users on the real web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Your super-power: Taste, empathy, and clear thinking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6 • GRADUATION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Live Capstone Showcase: 2-Minute Lightning Demos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8580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6309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BBF24"/>
                </a:solidFill>
              </a:defRPr>
            </a:pPr>
            <a:r>
              <a:t>🎯 YOUR MISSION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</a:defRPr>
            </a:pPr>
            <a:r>
              <a:t>Deploy your finished app to production, share your public URL in the chat, and present your 2-minute lightning demo!</a:t>
            </a:r>
          </a:p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PICK ONE STARTER PROJECT: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1. Click 'Deploy' in Replit and generate your public live URL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2. Share the URL in the workshop chat for everyone to test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3. Deliver your 2-Minute Demo: What problem does it solve? What AI feature are you proud of?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4D399"/>
                </a:solidFill>
              </a:defRPr>
            </a:pPr>
            <a:r>
              <a:t>⏱️ 25-MIN SPRINT CHECKLIST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Click Deploy in Replit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Verify live production URL works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Post URL in group chat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Present 2-minute lightning demo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Receive course graduation badge!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