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everyone! Reassure attendees that zero technical background is needed. Today they step into the role of software architect. Start with live chat icebreaker: 'What is #1 tool you wish existed?'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carpenter metaphor. Emphasize that Replit Agent is not just generating text snippets; it is an active developer running a cloud computer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80% of people give up learning code because of local terminal installation errors on Day 1. Replit eliminates that hurdle completely.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AI cannot read minds. The more causal and visual detail you provide, the closer the first draft will match your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a 25-minute timer. Put low ambient music on. Remind students: if the agent makes a mistake, tell it: 'When I clicked X, Y happened; please fix.' Facilitators watch the chat for stuck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back! Today we transition from quick wins to structured software design. You are the Product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attendees that domain expertise (knowing what users actually need) is now more valuable than memorizing code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students to take a screenshot of C.A.R.E. This is their blueprint for all future agent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Warn against the 'Idea Avalanche'—trying to build 20 features in prompt #1 is the top reason beginners get buggy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practice giving precise feedback: 'When I clicked X, Y happened; please make Z happen instead.'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look at project files. Reassure students: opening code files will not break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restaurant dining room and kitchen metaphor. The customer orders in the dining room, but cooking happens in the kitchen.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code files are just organized text documents. Don't fear the file extensions.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how fast it is to edit a single headline directly in the code editor versus asking the agent to do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students to break their fear of touching code files. Ctrl+Z (Undo) is always there if they make a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give our apps their own brain! And the best part: zero API keys or external billing required—we use Replit's built-in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an API is simply a digital messenger. You don't need to understand the supercomputer, just how to send the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sure students clearly understand the difference between the AI that builds the app vs. the AI that runs inside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convenience of Replit's native AI: students can jump straight into building without billing hurdles.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 students experiment with different system personas (e.g. 'Act like a Shakespearean poet' or 'Act like an aggressive venture capitalist').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give our apps permanent memory. No more amnesia when refreshing the browser!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pain point: refresh a form and watch everything vanish. Then show the superpower of a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Relate databases to Google Sheets or Excel. It removes 100% of the mathematical intimidation of database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user auth using the hotel keycard metaphor. Replit Agent sets up the security cryptography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do the definitive test: close the browser tab completely, reopen it, and celebrate when their data is still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finale! Today we conquer error debugging, launch to the global web with custom domains, and celebrate graduations.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Normalize bugs: Senior staff engineers Google error messages every hour. In Replit, errors give the agent exact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difference between working in the kitchen vs. opening the doors to the public restaurant.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an inspiring closing speech. Reiterate that the barrier to building software has dropped to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student show-and-tell. Celebrate every single app built. Encourage students to keep building on Replit.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MODULE 1 • LIVE WORKSHOP SESSION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The New Era of Creation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Demystifying AI Agents &amp; Building Your First App in 20 Minutes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Zero Coding Experience Required  |  Powered by Replit &amp; AI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1 •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Great Shift: Chatbot vs. Autonomous AI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The Chatbot (The Advisor)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Examples: Standard ChatGPT, Claude chat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Answers questions, generates text, gives advice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Cannot touch your computer files or install tools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Metaphor: An architect giving you a book on carpentry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The AI Agent (The Builder)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Examples: Replit Agent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Has independent tools and execution power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Creates files, installs libraries, runs live code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Reads its own error messages and auto-fixes bugs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Metaphor: The carpenter who actually builds the chair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1 •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Replit? Zero Local Setup, Maximum Power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100% In Browser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No downloading VS Code, Git, or Python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Works on PC, Mac, Chromebook, or iPad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Eliminates 80% of beginner setup errors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Instant Live Preview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See your app run side-by-side as it is built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Real-time visual feedback loop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Test buttons and forms immediately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BBF24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Global Cloud Hosting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One-click public web URL generated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Open the link on your phone in minutes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Share live prototypes with colleagues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1 •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Golden Rule: Specificity Equals Success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❌ Weak Prompt (Vague)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"Make me a cool website for lunch."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The agent has to guess user intent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Results in generic, unpredictable layout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Leaves out colors, actions, and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✅ Architect Prompt (Clear Spec)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"Build a modern web app called 'Lunch Roulette'."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"Let users add restaurant names into a list."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"Click a big 'Spin' button to randomly pick one."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"Play an animation and celebrate with confetti."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"Clean, mobile-friendly design with dark mode."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1 •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Lab: Build &amp; Launch Your First Web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YOUR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Open replit.com, click 'Create with Agent', and describe your starter app using clear plain English.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PICK ONE STARTER PROJECT: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Option A: Tip &amp; Bill Splitter (Enter total, select tip %, split by # of diners)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Option B: Lunch Roulette / Decision Spinner (Add items, spin wheel, celebratory confetti)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Option C: Daily Motivation Affirmation Generator (Pick mood, get tailored quote)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25-MIN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Write your starter prompt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Watch the agent build the files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Test the interactive buttons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Scan/open the URL on your phone!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Drop your live link in group chat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MODULE 2 • LIVE WORKSHOP SESSION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The Art of the Spec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Directing AI Agents Like a Senior Product Manager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Zero Coding Experience Required  |  Powered by Replit &amp; AI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2 • PRODUCT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You Are the General Contractor, Not the Bricklayer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The Bricklayer Mindset (Old Way)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Obsessed with syntax, semicolons, brackets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Memorizing obscure programming rules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Easily stuck by typos and library conflicts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High technical barrier, slow creation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The Product Manager Mindset (AI Way)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Focuses on user journeys and problem solving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Defines clear requirements and acceptance criteria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Leverages domain expertise (business, design, healthcare)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Iterates rapidly with autonomous engineering agents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2 • PROMPT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C.A.R.E. Framework for Agent Specifications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</a:defRPr>
            </a:pPr>
            <a:r>
              <a:t>C — Context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</a:defRPr>
            </a:pPr>
            <a:r>
              <a:t>Who is this for? What is the scenario?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Example: "A daily habit tracker for busy remote workers."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4D399"/>
                </a:solidFill>
              </a:defRPr>
            </a:pPr>
            <a:r>
              <a:t>A — Action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</a:defRPr>
            </a:pPr>
            <a:r>
              <a:t>What is the primary user flow &amp; main action?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Example: "Users type a new habit and tap to mark it done."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4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BBF24"/>
                </a:solidFill>
              </a:defRPr>
            </a:pPr>
            <a:r>
              <a:t>R — Rules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</a:defRPr>
            </a:pPr>
            <a:r>
              <a:t>What constraints must (or must NOT) happen?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Example: "Show a streak flame counter; reset count if missed."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7764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16052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78BFA"/>
                </a:solidFill>
              </a:defRPr>
            </a:pPr>
            <a:r>
              <a:t>E — Experience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</a:defRPr>
            </a:pPr>
            <a:r>
              <a:t>Visual tone, color scheme, feel?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Example: "Sleek dark mode with emerald green accents."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2 • ITERATION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Iterative Layering: Building in Sprints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Sprint 1: Core Engine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Focus strictly on the MVP (Minimum Viable Product)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Does the basic input and button click work?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Verify in preview before adding fluff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Sprint 2: Visual Polish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Upgrade styling, typography, and layout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Add animations, empty states, and feedback toasts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Ensure responsive mobile display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BBF24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Sprint 3: Power Features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Add data export, audio chimes, or stats charts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Layer complexity only on top of stable foundations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2 •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Lab: Build a Smart Daily Habit Tracker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YOUR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Draft a structured C.A.R.E. prompt to build a Habit Tracker or Link Hub, then run two iterative follow-up sprints.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PICK ONE STARTER PROJECT: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Project 1: Smart Daily Habit Tracker (Streak fire emoji, weekly progress bar)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Project 2: Personal Micro-Portfolio / Link Hub (Bio, social links, contact modal)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Project 3: Interactive Recipe Meal Planner (Add meals, generate grocery list)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25-MIN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Prompt MVP with C.A.R.E.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Sprint 1: Test basic check-off logic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Sprint 2: Ask agent for theme/polish upgrade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Sprint 3: Add sound chime or stats summary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Test checkpoint rollback feature once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MODULE 3 • LIVE WORKSHOP SESSION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Peeking Under the Hood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Software Architecture &amp; Code Reading Without Jargon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Zero Coding Experience Required  |  Powered by Replit &amp; AI Agents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3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Two Halves of Every Web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The Frontend (The Dining Room)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Everything the user sees and touches in their browser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HTML: The structural skeleton (headings, buttons)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CSS / Tailwind: The paint, colors, fonts, margins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React / JS: The interactive animations and clicks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The Backend (The Kitchen)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The engine running behind closed doors on the server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Handles heavy processing, business logic, computations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Communicates securely with databases and external services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Keeps secret keys hidden from public eyes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3 • FILE EXPLORER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De-Coding the Replit File Tree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App.tsx / index.html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The main visual layout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Where titles, buttons, and form inputs live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Easy to spot English words inside quotes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style.css / Tailwind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Controls colors, spacing, and styling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Look for color names like 'bg-blue-600'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Easy to change theme colors by hand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BBF24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server.py / index.ts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The backend server engine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Listens for user requests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Dispatches responses and saves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3 •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Hybrid Workflow: When to Direct vs. When to Edit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Direct the AI Agent For: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Building complex interactive logic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Writing database schemas and server routes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Connecting third-party integrations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Diagnosing and refactoring buggy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Make Direct Micro-Edits For: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Fixing typos in headlines and descriptions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Swapping an image URL or company logo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Tweaking hex colors or button labels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Saves 30 seconds of waiting for an agent re-run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3 •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Lab: Safely Customizing Your App's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YOUR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Open your Part 2 project in the Replit Code Editor view, locate copy and styling, and make safe direct manual edits.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PICK ONE STARTER PROJECT: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Task 1: Change main headline &amp; subtitle directly in code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Task 2: Swap a color class (e.g. from blue to emerald or violet)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Task 3: Replace an icon or image link with your own URL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Task 4: Use the Agent to add a new interactive modal or banner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25-MIN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Switch to Code View in Replit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Find human-readable text strings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Edit headline and save file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Watch preview update instantly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Ask agent for one new feature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MODULE 4 • LIVE WORKSHOP SESSION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AI Inside Your Apps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Powering Apps with Built-In AI &amp; Understanding APIs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Zero Coding Experience Required  |  Powered by Replit &amp; AI Agents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4 •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an API? (The Restaurant Waiter Metaphor)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The Customer (Your Web App)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The user types text and requests an analysis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App cannot afford supercomputers on user's phone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Needs to send the request to a giant AI data center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Metaphor: Sitting at a table looking at the menu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The API Waiter (The Messenger)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API = Application Programming Interface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Takes the user prompt from your app over the internet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Delivers prompt to the AI model data center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Carries freshly generated insights back to the screen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4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Two Different AIs in This Course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The Construction AI (Replit Agent)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The builder and software contractor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Writes your code, sets up your files, fixes bugs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Used during the creation and development phase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Talks to YOU, the creator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The Internal AI (Replit Built-In AI)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The brain installed inside your completed product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Processes user inputs and generates live content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Operates whenever end-users use the live application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Talks to YOUR USERS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4 • REPLIT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Zero Friction: Replit's Native AI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No External Billing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No separate OpenAI or Anthropic accounts needed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No credit cards required for workshop participants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Eliminates 100% of payment/setup friction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Built-In AI Models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Replit provides integrated access to powerful LLMs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Agent wires up the backend connection automatically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Environment handles security behind the scenes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BBF24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Prompts Inside Prompts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You tell the agent: 'Hook up AI to critique pitches'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You define the internal system persona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Instant intelligent responses in your UI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4 •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Lab: Build 'The Pitch Doctor' AI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YOUR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Direct Replit Agent to build an interactive AI tool using Replit's built-in intelligence to critique and improve user inputs.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PICK ONE STARTER PROJECT: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Option A: The Pitch Doctor (Pastes startup pitch, selects tone: Brutal VC or Gentle Coach, gets 1-10 rating &amp; advice)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Option B: Cold Email Polish Assistant (Pastes draft, selects goal, gets 3 high-converting rewrites)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Option C: Jargon Buster (Pastes complex legal/medical jargon, explains it with 5th-grade analogies)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25-MIN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Prompt Replit Agent for AI app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Define persona in prompt spec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Test live generation with sample text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Verify formatted response card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Share your favorite AI output in chat!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MODULE 5 • LIVE WORKSHOP SESSION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Databases &amp; Memory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Building Applications That Remember Everything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Zero Coding Experience Required  |  Powered by Replit &amp; AI Agents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5 • CORE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Refresh Test: The Problem with 'Amnesia Apps'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Stateless Apps (Temporary Memory)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Data lives only in browser temporary memory (RAM)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Refresh the tab or close the browser ➔ data is lost!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Open on your phone ➔ completely blank screen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Great for quick calculators, bad for real businesses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Stateful Apps (Persistent Memory)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Data is safely stored in a cloud database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Refresh 100 times ➔ all records remain intact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Multiple users can view and contribute simultaneously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The foundation of real software (Instagram, Airbnb)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5 •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a Database? (A Supercharged Spreadsheet)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Tables = Tabs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Each category gets a sheet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Examples: 'Users', 'Pitches', 'Comments'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Neat, isolated data buckets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Columns = Categories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The headers at the top of the sheet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Name, Score, Feedback, Created_At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Defines what data is tracked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BBF24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Rows &amp; IDs = Records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Each user submission adds one row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Every row gets a unique ID number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Allows instant sorting, searching &amp; upvoting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5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User Accounts: The Hotel Keycard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Registration &amp; Passwords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User creates an account with email and password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Database securely scrambles (hashes) password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Creates unique record: User #402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Sessions &amp; Permissions (The Keycard)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App issues a secure digital session token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Like a hotel room keycard tapping into Room 402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App automatically filters: 'Show only User #402's notes'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5 •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Lab: Adding History &amp; Upvotes to Your AI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YOUR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Instruct Replit Agent to attach a persistent database to save every generated item and render a public community feed.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PICK ONE STARTER PROJECT: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Feature 1: Persist every AI review into database tables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Feature 2: Add a 'Community Feed' or 'History Gallery' below the form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Feature 3: Add an interactive Upvote / Heart counter to each saved card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Feature 4: Allow sorting by 'Most Upvoted' vs. 'Most Recent'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25-MIN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Prompt agent to add database tables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Submit test data into your form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Confirm data appears in history feed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Perform the 'Refresh Test' to verify!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Upvote another classmate's entry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MODULE 6 • LIVE WORKSHOP SESSION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Launching &amp; The AI Architect Mindset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Debugging, One-Click Deployment &amp; Your Future as a Builder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Zero Coding Experience Required  |  Powered by Replit &amp; AI Agents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6 • PROBLEM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3-Step Agent Debugging Triage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1. Copy the Error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Red console text is NOT a failure; it is a clue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Copy the exact error message from the preview/terminal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Errors tell agents exact files and line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2. Feed to Agent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Paste error calmly into Replit Agent chat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State what you were trying to do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Watch the agent diagnose and auto-repair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BBF24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3. Visual Debugging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For layout or visual glitches, take a screenshot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Upload screenshot directly into Agent chat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Say: 'Fix the card alignment shown here'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6 •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Development Workspace vs. Global Production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Development Workspace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Your private workshop and digital workbench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Changes appear live in real time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Goes to sleep when you close your laptop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Designed for testing, experimenting, and tweaking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Production Cloud Deployment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Packaged on high-speed global cloud servers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Runs 24/7/365 with 99.9% uptime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Handles thousands of simultaneous visitors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Connect your own custom domain (e.g. mycoolapp.com)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6 • THE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Transformation: You Are an AI Software Architect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The Old World (Observer)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Limited by whatever off-the-shelf software existed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Dependent on engineering backlogs and quotes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Intimidated by programming jargon and syntax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Ideas remained trapped in notebooks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The New World (Architect)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You translate business problems into software specs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Direct autonomous AI agents to build MVPs in hours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Test real products with real users on the real web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Your super-power: Taste, empathy, and clear thinking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6 • GRADUATION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Capstone Showcase: 2-Minute Lightning Demos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YOUR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Deploy your finished app to production, share your public URL in the chat, and present your 2-minute lightning demo!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PICK ONE STARTER PROJECT: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1. Click 'Deploy' in Replit and generate your public live URL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2. Share the URL in the workshop chat for everyone to test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3. Deliver your 2-Minute Demo: What problem does it solve? What AI feature are you proud of?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25-MIN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Click Deploy in Replit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Verify live production URL works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Post URL in group chat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Present 2-minute lightning demo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Receive course graduation badge!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