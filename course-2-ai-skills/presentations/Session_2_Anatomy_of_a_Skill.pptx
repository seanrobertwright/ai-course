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we look inside the skill cartridge. By the end of this session, students will understand every file inside a skill directory.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that SKILL.md is the only required file. Everything else is modular and added as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the importance of the description field. It is what allows the agent to auto-discover the skill without human intervention.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through adding strict negative constraints (e.g., 'MUST NOT use jargon') and testing the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371600"/>
            <a:ext cx="996696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1737360"/>
            <a:ext cx="9235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A78BFA"/>
                </a:solidFill>
              </a:defRPr>
            </a:pPr>
            <a:r>
              <a:t>COURSE 2 • SESSION 2 • LIVE WORKSHOP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The Anatomy of a Skill</a:t>
            </a:r>
          </a:p>
          <a:p>
            <a:pPr>
              <a:spcAft>
                <a:spcPts val="2000"/>
              </a:spcAft>
              <a:defRPr sz="1800">
                <a:solidFill>
                  <a:srgbClr val="94A3B8"/>
                </a:solidFill>
              </a:defRPr>
            </a:pPr>
            <a:r>
              <a:t>Deconstructing SKILL.md, Frontmatter &amp; Folder Architecture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Supercharging AI Agents with Reusable Skills &amp; Automation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</a:defRPr>
            </a:pPr>
            <a:r>
              <a:t>SESSION 2 •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Standard Skill Directory Layout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A78BFA"/>
                </a:solidFill>
              </a:defRPr>
            </a:pPr>
            <a:r>
              <a:t>01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SKILL.md (Required)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The master blueprint and instruction manual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Contains YAML frontmatter at the top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Specifies step-by-step procedures and rules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02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templates/ &amp; references/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Markdown starter boilerplates and forms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Deep reference guides, style manuals, glossaries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Consulted by the agent when relevant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4D399"/>
                </a:solidFill>
              </a:defRPr>
            </a:pPr>
            <a:r>
              <a:t>03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scripts/ &amp; examples/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Executable Python, Node, or Shell scripts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Input/output golden examples for few-shot guidance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Enables active computing inside skills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</a:defRPr>
            </a:pPr>
            <a:r>
              <a:t>SESSION 2 • SKILL.MD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Frontmatter vs. Markdown Body: Two Critical Zones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A78BFA"/>
                </a:solidFill>
              </a:defRPr>
            </a:pPr>
            <a:r>
              <a:t>Zone 1: YAML Frontmatter (The Radar)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Fenced by triple dashes `---` at the very top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`name`: Unique hyphenated ID (e.g. `brand-editor`)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`description`: The most important sentence in the skill!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Acts as the agent's trigger radar to know when to wake 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Zone 2: Markdown Body (The Brain)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Step-by-step numbered procedural workflow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Strict constraints and non-negotiable rules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Output formatting templates (tables, cards)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Links to helper scripts and references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</a:defRPr>
            </a:pPr>
            <a:r>
              <a:t>SESSION 2 • HANDS-ON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Live Lab: Dissecting &amp; Tuning a Production Skill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8580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6309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BBF24"/>
                </a:solidFill>
              </a:defRPr>
            </a:pPr>
            <a:r>
              <a:t>🎯 LAB MISSION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</a:defRPr>
            </a:pPr>
            <a:r>
              <a:t>Open the sample skill in your workspace, inspect its frontmatter and body, and customize its rule set.</a:t>
            </a:r>
          </a:p>
          <a:p>
            <a:pPr>
              <a:spcAft>
                <a:spcPts val="600"/>
              </a:spcAft>
              <a:defRPr sz="1300" b="1">
                <a:solidFill>
                  <a:srgbClr val="A78BFA"/>
                </a:solidFill>
              </a:defRPr>
            </a:pPr>
            <a:r>
              <a:t>FOCUS OPTIONS: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Inspect: Read the description radar and observe triggers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Modify: Add one strict constraint to ## Rules &amp; Standards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Test: Prompt the agent to verify that the new rule is enforced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4D399"/>
                </a:solidFill>
              </a:defRPr>
            </a:pPr>
            <a:r>
              <a:t>⏱️ SPRINT CHECKLIST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Open SKILL.md in code editor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Identify YAML frontmatter fields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Add custom rule (e.g. 'Max 3 bullets')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Test with live agent prompt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Verify rule adherence in response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