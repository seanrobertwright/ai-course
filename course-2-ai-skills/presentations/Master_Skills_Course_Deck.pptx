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Course 2! In Course 1, we learned how to talk to agents. In Course 2, we turn generalist agents into specialized domain experts using Skills. Warm-up prompt in chat: 'How often do you find yourself re-typing company rules into ChatGPT?'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new hire intern metaphor. You don't re-explain company guidelines every morning; you hand them a permanent SOP binder and toolbelt.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3 superpowers. Highlight Progressive Disclosure as the engineering breakthrough that allows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observe how the skill automatically enforces a 7-point audit table that vanilla AI would never generate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look inside the skill cartridge. By the end of this session, students will understand every file inside a skill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SKILL.md is the only required file. Everything else is modular and added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importance of the description field. It is what allows the agent to auto-discover the skill without human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through adding strict negative constraints (e.g., 'MUST NOT use jargon') and testing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learn how to discover, download, install, and trigger community skills in under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when to use local vs. global skills. Local is for specific projects/teams; global is for your personal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both invocation patterns live on screen. Highlight that natural triggering is great for daily work, while explicit invocation guarantees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verify the agent's thought logs to see the exact moment the agent calls view_file on the SKILL.md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is the big leap: students become AI toolmakers. We turn their own domain expertise into a reusable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students brainstorm their skill idea. Remind them: your unique domain background is your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4-step blueprint. Explain that giving an output template gives the agent a clear target mold to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Facilitators assist students in crafting their description field so the agent triggers cleanly on test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Finale session! We learn how to debug skills, eliminate edge cases, share skills across organizations, and present capstone creations.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balance between sensitivity and specificity in skill trigger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enterprise value: rather than training 500 employees on a new rule, you update one SKILL.md file and every agent enforces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Celebrate every graduate. Highlight how they've leveled up from prompt users to autonomous agent toolmakers.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1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Demystifying Skills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Why Prompts Fail at Scale &amp; The 3 Superpowers of Skills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1 •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with 'Mega-Prompts' vs. The Skill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The Prompting Fatigue Problem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Copy-pasting 2,000-word prompt docs every morning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Context bloat: fills up memory and slows down AI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Inconsistent results: AI skips rules #12 and #19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Every new chat suffers from total amnesia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Skill Solution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Packaged, reusable unit of domain capability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Combines explicit SOPs + automation scripts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Triggered on-demand; zero context bloat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Enforces identical quality standards every single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1 • SUPERPOWERS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 Superpowers of AI Agent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78BFA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Deterministic Consistency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Eliminates guesswork and hallucinated formats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Enforces strict checklists and rubrics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Same high quality regardless of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Progressive Disclosure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Agent context stays fast and lean (~30 tokens)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Only loads full skill when user asks for it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Install 50+ skills without performance drops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Executable Automation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Skills bundle actual code scripts &amp; templates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Agent can run tools, calculate, and format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Transforms advice into active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1 • BENCHMARK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Benchmark: Vanilla Prompt vs. Skill-Equipped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Run an identical request through an untrained agent vs. a skill-equipped agent and compare the outputs.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Test A: Ask vanilla agent to 'Review landing page copy'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Test B: Equip agent with conversion-copy-audit skill and repeat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Evaluate: Depth, structure, actionable rigor, and formatting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Run Test A (Vanilla prompt)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Activate Skill Cartridge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Run Test B (Same prompt with skill)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Document side-by-side differences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Post before/after in workshop 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2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The Anatomy of a Skill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Deconstructing SKILL.md, Frontmatter &amp; Folder Architecture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Standard Skill Directory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78BFA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SKILL.md (Required)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master blueprint and instruction manual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Contains YAML frontmatter at the top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Specifies step-by-step procedures and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templates/ &amp; references/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Markdown starter boilerplates and forms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Deep reference guides, style manuals, glossaries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Consulted by the agent when relevant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scripts/ &amp; examples/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Executable Python, Node, or Shell scripts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Input/output golden examples for few-shot guidance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Enables active computing inside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2 • SKILL.MD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Frontmatter vs. Markdown Body: Two Critical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Zone 1: YAML Frontmatter (The Radar)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Fenced by triple dashes `---` at the very top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`name`: Unique hyphenated ID (e.g. `brand-editor`)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`description`: The most important sentence in the skill!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Acts as the agent's trigger radar to know when to wake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Zone 2: Markdown Body (The Brain)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Step-by-step numbered procedural workflow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Strict constraints and non-negotiable rules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Output formatting templates (tables, cards)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Links to helper scripts and 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2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Dissecting &amp; Tuning a Production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Open the sample skill in your workspace, inspect its frontmatter and body, and customize its rule set.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Inspect: Read the description radar and observe triggers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Modify: Add one strict constraint to ## Rules &amp; Standards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Test: Prompt the agent to verify that the new rule is enforced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Open SKILL.md in code editor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Identify YAML frontmatter fields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Add custom rule (e.g. 'Max 3 bullets')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with live agent prompt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rule adherence in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3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Installing &amp; Using Skills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Skill Ecosystems, Local vs. Global &amp; Activation Verification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3 •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Skills Live: Local (Project) vs. Global (User)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Local Project Skills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Stored inside the project folder (`skills/`)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Dedicated to that specific codebase or client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Project database schema rules, client brand guide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Shared with collaborators when committing to 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Global User Skills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Stored in your user home directory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Available across every project you ever open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Writing coach, meeting notes formatter, code auditor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Your personal persistent superpower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3 • INVOCATION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Ways to Trigger: Natural Radar vs. Direct Invocation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Natural Intent Triggering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 type: 'Can you polish this marketing text?'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Agent matches keywords in skill description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Automatically loads `SKILL.md` in background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Seamless, conversational, zero memorization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Explicit Direct Invocation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 type: 'Use the brand-voice skill on this text.'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Forces 100% guaranteed skill activation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Great when multiple skills overlap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Eliminates any chance of the agent missing intent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3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Installing &amp; Activating a Community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Install the pre-built 'Customer Persona Generator' skill and trigger it using both natural and explicit methods.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Method 1: Natural prompt ('Build a persona for a boutique fitness studio')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Method 2: Explicit prompt ('Activate customer-persona-generator on...')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Copy skill folder into workspace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natural intent trigger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signature output card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explicit name invocation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Confirm skill file read in agent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4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Authoring Custom Skills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From Skill Consumer to Toolmaker: Creating Your Superpowers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4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High-Value 'Skill Opportunities'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78BFA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1. Repetitive Friction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Any task you explain to AI &gt;2x a week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Weekly status reports, meeting summaries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Code boilerplate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2. Tribal Knowledge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Unwritten company guidelines &amp; style rules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Domain compliance &amp; legal review checklists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Industry-specific vocabulary &amp; rubrics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3. High-Stakes Accuracy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PRD specs &amp; engineering requirements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Client proposals &amp; executive email polish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Tasks where consistency is mandatory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4 • AUTHORING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4-Step Skill Authoring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1. The Radar Description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Sentence 1: What the skill does clearly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Sentence 2: Exactly WHEN to trigger ('Use whenever...')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Include concrete trigger verbs and domain keywords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2. Steps, Rules &amp; Output Shape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Step-by-step numbered workflow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Negative constraints (`MUST NOT`, `NEVER`)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Provide an exact markdown template or table shape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4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Your First Custom Domain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Create a new skill folder and author a complete SKILL.md from scratch using the student workbook template.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Idea 1: Executive Brief Synthesizer (Condenses updates into 3 actionable bullets)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Idea 2: PRD Feature Spec Generator (Turns ideas into technical specs)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Idea 3: Brand Tone Polish Assistant (Enforces custom brand voice)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Create folder &amp; blank SKILL.md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Write YAML frontmatter radar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Write 3 procedural steps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Add 2 strict negative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live with your agent!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5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Testing, Refining &amp; Team Workflows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Debugging, Scaling Across Teams with Git &amp; Capstone Showcase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5 •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Two Classic Skill Bugs &amp; How to Fix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Bug 1: Under-Triggering (The Sleeper)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Symptom: Skill fails to wake up on relevant prompts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Root Cause: Description is too narrow or missing verbs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Fix: Add explicit trigger synonyms: 'Use when user asks to X, Y, or Z'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Bug 2: Over-Triggering (The Eager Beaver)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Symptom: Skill activates on casual or unrelated chats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Root Cause: Description is overly broad (e.g. 'helps write text')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Fix: Add strict scope boundaries and context filters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5 •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Company Skill Library: Distributing via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Centralized SOPs in Git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Skills live as plain markdown in Git repositories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Commit updates to central repo in seconds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Whole team pulls latest version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Zero Training Lag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When company policy updates, update `SKILL.md`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Every team member's AI adopts new rules instantly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Replaces 30-page employee manuals with live agent tools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5 •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Capstone Skill Showcase: 2-Minute Lightning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Demonstrate your custom skill live to the cohort: explain the problem, show your SKILL.md, and test it live!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1. Introduce your skill: What problem does it solve?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2. Show your YAML frontmatter radar and key guardrails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3. Run a live prompt test and celebrate the structured output!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Finalize custom SKILL.md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Run positive &amp; negative test prompt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Deliver 2-minute demo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Share skill package in group chat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Receive Course 2 Graduation Badge!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