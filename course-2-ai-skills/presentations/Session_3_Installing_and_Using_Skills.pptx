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we learn how to discover, download, install, and trigger community skills in under 60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Clarify when to use local vs. global skills. Local is for specific projects/teams; global is for your personal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both invocation patterns live on screen. Highlight that natural triggering is great for daily work, while explicit invocation guarantees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students verify the agent's thought logs to see the exact moment the agent calls view_file on the SKILL.md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371600"/>
            <a:ext cx="996696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737360"/>
            <a:ext cx="92354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A78BFA"/>
                </a:solidFill>
              </a:defRPr>
            </a:pPr>
            <a:r>
              <a:t>COURSE 2 • SESSION 3 • LIVE WORKSHOP</a:t>
            </a:r>
          </a:p>
          <a:p>
            <a:pPr>
              <a:spcAft>
                <a:spcPts val="1400"/>
              </a:spcAft>
              <a:defRPr sz="3600" b="1">
                <a:solidFill>
                  <a:srgbClr val="FFFFFF"/>
                </a:solidFill>
              </a:defRPr>
            </a:pPr>
            <a:r>
              <a:t>Installing &amp; Using Skills</a:t>
            </a:r>
          </a:p>
          <a:p>
            <a:pPr>
              <a:spcAft>
                <a:spcPts val="2000"/>
              </a:spcAft>
              <a:defRPr sz="1800">
                <a:solidFill>
                  <a:srgbClr val="94A3B8"/>
                </a:solidFill>
              </a:defRPr>
            </a:pPr>
            <a:r>
              <a:t>Skill Ecosystems, Local vs. Global &amp; Activation Verification</a:t>
            </a:r>
          </a:p>
          <a:p>
            <a:pPr>
              <a:defRPr sz="1300">
                <a:solidFill>
                  <a:srgbClr val="38BDF8"/>
                </a:solidFill>
              </a:defRPr>
            </a:pPr>
            <a:r>
              <a:t>Supercharging AI Agents with Reusable Skills &amp;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3 • INSTALLATION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Where Skills Live: Local (Project) vs. Global (User)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Local Project Skills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Stored inside the project folder (`skills/`)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Dedicated to that specific codebase or client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Examples: Project database schema rules, client brand guide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Shared with collaborators when committing to Git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Global User Skills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Stored in your user home directory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Available across every project you ever open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Examples: Writing coach, meeting notes formatter, code auditor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Your personal persistent superpower library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3 • INVOCATION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Two Ways to Trigger: Natural Radar vs. Direct Invocation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A78BFA"/>
                </a:solidFill>
              </a:defRPr>
            </a:pPr>
            <a:r>
              <a:t>Natural Intent Triggering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 type: 'Can you polish this marketing text?'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Agent matches keywords in skill description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Automatically loads `SKILL.md` in background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Seamless, conversational, zero memorization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38BDF8"/>
                </a:solidFill>
              </a:defRPr>
            </a:pPr>
            <a:r>
              <a:t>Explicit Direct Invocation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You type: 'Use the brand-voice skill on this text.'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Forces 100% guaranteed skill activation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Great when multiple skills overlap</a:t>
            </a:r>
          </a:p>
          <a:p>
            <a:pPr>
              <a:spcAft>
                <a:spcPts val="1000"/>
              </a:spcAft>
              <a:defRPr sz="1400">
                <a:solidFill>
                  <a:srgbClr val="E2E8F0"/>
                </a:solidFill>
              </a:defRPr>
            </a:pPr>
            <a:r>
              <a:t>• Eliminates any chance of the agent missing intent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78BFA"/>
                </a:solidFill>
              </a:defRPr>
            </a:pPr>
            <a:r>
              <a:t>SESSION 3 • HANDS-ON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Lab: Installing &amp; Activating a Community Skill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685800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309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FBBF24"/>
                </a:solidFill>
              </a:defRPr>
            </a:pPr>
            <a:r>
              <a:t>🎯 LAB MISSION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</a:defRPr>
            </a:pPr>
            <a:r>
              <a:t>Install the pre-built 'Customer Persona Generator' skill and trigger it using both natural and explicit methods.</a:t>
            </a:r>
          </a:p>
          <a:p>
            <a:pPr>
              <a:spcAft>
                <a:spcPts val="600"/>
              </a:spcAft>
              <a:defRPr sz="1300" b="1">
                <a:solidFill>
                  <a:srgbClr val="A78BFA"/>
                </a:solidFill>
              </a:defRPr>
            </a:pPr>
            <a:r>
              <a:t>FOCUS OPTIONS: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Method 1: Natural prompt ('Build a persona for a boutique fitness studio')</a:t>
            </a:r>
          </a:p>
          <a:p>
            <a:pPr>
              <a:spcAft>
                <a:spcPts val="600"/>
              </a:spcAft>
              <a:defRPr sz="1300">
                <a:solidFill>
                  <a:srgbClr val="E2E8F0"/>
                </a:solidFill>
              </a:defRPr>
            </a:pPr>
            <a:r>
              <a:t>• Method 2: Explicit prompt ('Activate customer-persona-generator on...')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645920"/>
            <a:ext cx="347472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92024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34D399"/>
                </a:solidFill>
              </a:defRPr>
            </a:pPr>
            <a:r>
              <a:t>⏱️ SPRINT CHECKLIST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Copy skill folder into workspace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natural intent trigger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Verify signature output card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Test explicit name invocation</a:t>
            </a:r>
          </a:p>
          <a:p>
            <a:pPr>
              <a:spcAft>
                <a:spcPts val="1000"/>
              </a:spcAft>
              <a:defRPr sz="1300">
                <a:solidFill>
                  <a:srgbClr val="FFFFFF"/>
                </a:solidFill>
              </a:defRPr>
            </a:pPr>
            <a:r>
              <a:t>✅  Confirm skill file read in agent log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