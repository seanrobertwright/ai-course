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is the big leap: students become AI toolmakers. We turn their own domain expertise into a reusable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students brainstorm their skill idea. Remind them: your unique domain background is your competitive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4-step blueprint. Explain that giving an output template gives the agent a clear target mold to fill.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Facilitators assist students in crafting their description field so the agent triggers cleanly on test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A78BFA"/>
                </a:solidFill>
              </a:defRPr>
            </a:pPr>
            <a:r>
              <a:t>COURSE 2 • SESSION 4 • LIVE WORKSHOP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Authoring Custom Skills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From Skill Consumer to Toolmaker: Creating Your Superpowers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Supercharging AI Agents with Reusable Skills &amp;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4 •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Finding High-Value 'Skill Opportunities'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A78BFA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1. Repetitive Friction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Any task you explain to AI &gt;2x a week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Weekly status reports, meeting summaries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Code boilerplate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2. Tribal Knowledge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Unwritten company guidelines &amp; style rules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Domain compliance &amp; legal review checklists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Industry-specific vocabulary &amp; rubrics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3. High-Stakes Accuracy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PRD specs &amp; engineering requirements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Client proposals &amp; executive email polish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Tasks where consistency is mandatory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4 • AUTHORING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4-Step Skill Authoring Blueprint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1. The Radar Description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Sentence 1: What the skill does clearly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Sentence 2: Exactly WHEN to trigger ('Use whenever...')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Include concrete trigger verbs and domain keywords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2. Steps, Rules &amp; Output Shape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Step-by-step numbered workflow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Negative constraints (`MUST NOT`, `NEVER`)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Provide an exact markdown template or table shape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4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Build Your First Custom Domain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LAB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Create a new skill folder and author a complete SKILL.md from scratch using the student workbook template.</a:t>
            </a:r>
          </a:p>
          <a:p>
            <a:pPr>
              <a:spcAft>
                <a:spcPts val="600"/>
              </a:spcAft>
              <a:defRPr sz="1300" b="1">
                <a:solidFill>
                  <a:srgbClr val="A78BFA"/>
                </a:solidFill>
              </a:defRPr>
            </a:pPr>
            <a:r>
              <a:t>FOCUS OPTIONS: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Idea 1: Executive Brief Synthesizer (Condenses updates into 3 actionable bullets)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Idea 2: PRD Feature Spec Generator (Turns ideas into technical specs)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Idea 3: Brand Tone Polish Assistant (Enforces custom brand voice)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Create folder &amp; blank SKILL.md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Write YAML frontmatter radar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Write 3 procedural steps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Add 2 strict negative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live with your agent!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