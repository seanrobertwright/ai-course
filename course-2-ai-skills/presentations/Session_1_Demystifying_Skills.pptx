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Course 2! In Course 1, we learned how to talk to agents. In Course 2, we turn generalist agents into specialized domain experts using Skills. Warm-up prompt in chat: 'How often do you find yourself re-typing company rules into ChatGPT?'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new hire intern metaphor. You don't re-explain company guidelines every morning; you hand them a permanent SOP binder and toolbelt.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3 superpowers. Highlight Progressive Disclosure as the engineering breakthrough that allows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observe how the skill automatically enforces a 7-point audit table that vanilla AI would never generate unprompted.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1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Demystifying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Why Prompts Fail at Scale &amp; The 3 Superpowers of Skills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with 'Mega-Prompts' vs. The Skill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The Prompting Fatigue Problem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Copy-pasting 2,000-word prompt docs every morning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Context bloat: fills up memory and slows down AI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Inconsistent results: AI skips rules #12 and #19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Every new chat suffers from total amnesia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Skill Solution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Packaged, reusable unit of domain capability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Combines explicit SOPs + automation scripts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Triggered on-demand; zero context bloat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Enforces identical quality standards every single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SUPERPOWERS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 Superpowers of AI Agent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78BFA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Deterministic Consistency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guesswork and hallucinated formats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Enforces strict checklists and rubrics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Same high quality regardless of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Progressive Disclosure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context stays fast and lean (~30 tokens)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Only loads full skill when user asks for it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Install 50+ skills without performance drops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Executable Automation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Skills bundle actual code scripts &amp; templates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Agent can run tools, calculate, and format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Transforms advice into active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1 • BENCHMARK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Benchmark: Vanilla Prompt vs. Skill-Equipped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Run an identical request through an untrained agent vs. a skill-equipped agent and compare the outputs.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 A: Ask vanilla agent to 'Review landing page copy'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Test B: Equip agent with conversion-copy-audit skill and repeat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Evaluate: Depth, structure, actionable rigor, and formatting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Test A (Vanilla prompt)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Activate Skill Cartridge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Run Test B (Same prompt with skill)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Document side-by-side differences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Post before/after in workshop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