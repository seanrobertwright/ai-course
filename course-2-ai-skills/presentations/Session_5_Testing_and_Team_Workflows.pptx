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Finale session! We learn how to debug skills, eliminate edge cases, share skills across organizations, and present capstone creations.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balance between sensitivity and specificity in skill trigger descriptions.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the enterprise value: rather than training 500 employees on a new rule, you update one SKILL.md file and every agent enforces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Celebrate every graduate. Highlight how they've leveled up from prompt users to autonomous agent toolmakers.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1371600"/>
            <a:ext cx="996696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1737360"/>
            <a:ext cx="9235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A78BFA"/>
                </a:solidFill>
              </a:defRPr>
            </a:pPr>
            <a:r>
              <a:t>COURSE 2 • SESSION 5 • LIVE WORKSHOP</a:t>
            </a:r>
          </a:p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Testing, Refining &amp; Team Workflows</a:t>
            </a:r>
          </a:p>
          <a:p>
            <a:pPr>
              <a:spcAft>
                <a:spcPts val="2000"/>
              </a:spcAft>
              <a:defRPr sz="1800">
                <a:solidFill>
                  <a:srgbClr val="94A3B8"/>
                </a:solidFill>
              </a:defRPr>
            </a:pPr>
            <a:r>
              <a:t>Debugging, Scaling Across Teams with Git &amp; Capstone Showcase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Supercharging AI Agents with Reusable Skills &amp; Automation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</a:defRPr>
            </a:pPr>
            <a:r>
              <a:t>SESSION 5 • DEBUGGING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Two Classic Skill Bugs &amp; How to Fix Them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A78BFA"/>
                </a:solidFill>
              </a:defRPr>
            </a:pPr>
            <a:r>
              <a:t>Bug 1: Under-Triggering (The Sleeper)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Symptom: Skill fails to wake up on relevant prompts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Root Cause: Description is too narrow or missing verbs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Fix: Add explicit trigger synonyms: 'Use when user asks to X, Y, or Z'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8BDF8"/>
                </a:solidFill>
              </a:defRPr>
            </a:pPr>
            <a:r>
              <a:t>Bug 2: Over-Triggering (The Eager Beaver)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Symptom: Skill activates on casual or unrelated chats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Root Cause: Description is overly broad (e.g. 'helps write text')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Fix: Add strict scope boundaries and context filters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</a:defRPr>
            </a:pPr>
            <a:r>
              <a:t>SESSION 5 • SCALING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Company Skill Library: Distributing via Git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A78BFA"/>
                </a:solidFill>
              </a:defRPr>
            </a:pPr>
            <a:r>
              <a:t>Centralized SOPs in Git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Skills live as plain markdown in Git repositories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Commit updates to central repo in seconds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Whole team pulls latest version automatically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8BDF8"/>
                </a:solidFill>
              </a:defRPr>
            </a:pPr>
            <a:r>
              <a:t>Zero Training Lag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When company policy updates, update `SKILL.md`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Every team member's AI adopts new rules instantly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Replaces 30-page employee manuals with live agent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</a:defRPr>
            </a:pPr>
            <a:r>
              <a:t>SESSION 5 • GRADUATION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Capstone Skill Showcase: 2-Minute Lightning Demos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68580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6309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BBF24"/>
                </a:solidFill>
              </a:defRPr>
            </a:pPr>
            <a:r>
              <a:t>🎯 LAB MISSION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</a:defRPr>
            </a:pPr>
            <a:r>
              <a:t>Demonstrate your custom skill live to the cohort: explain the problem, show your SKILL.md, and test it live!</a:t>
            </a:r>
          </a:p>
          <a:p>
            <a:pPr>
              <a:spcAft>
                <a:spcPts val="600"/>
              </a:spcAft>
              <a:defRPr sz="1300" b="1">
                <a:solidFill>
                  <a:srgbClr val="A78BFA"/>
                </a:solidFill>
              </a:defRPr>
            </a:pPr>
            <a:r>
              <a:t>FOCUS OPTIONS: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1. Introduce your skill: What problem does it solve?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2. Show your YAML frontmatter radar and key guardrails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3. Run a live prompt test and celebrate the structured output!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645920"/>
            <a:ext cx="34747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34D399"/>
                </a:solidFill>
              </a:defRPr>
            </a:pPr>
            <a:r>
              <a:t>⏱️ SPRINT CHECKLIST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Finalize custom SKILL.md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Run positive &amp; negative test prompt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Deliver 2-minute demo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Share skill package in group chat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Receive Course 2 Graduation Badge!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